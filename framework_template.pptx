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[标题占位符]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[副标题占位符]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[内容页标题]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[内容占位符]</a:t>
            </a:r>
          </a:p>
          <a:p/>
          <a:p>
            <a:r>
              <a:t>这里可以添加详细内容...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[自定义标题]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[自定义内容占位符]</a:t>
            </a:r>
          </a:p>
          <a:p/>
          <a:p>
            <a:r>
              <a:t>可以在这里添加更多内容...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